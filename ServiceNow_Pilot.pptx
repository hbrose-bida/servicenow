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400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263" y="27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dy Rose" userId="32928cb66e19dc98" providerId="LiveId" clId="{D8307C7F-3AF3-4EA7-A985-ED5BC292E424}"/>
    <pc:docChg chg="modSld">
      <pc:chgData name="Rudy Rose" userId="32928cb66e19dc98" providerId="LiveId" clId="{D8307C7F-3AF3-4EA7-A985-ED5BC292E424}" dt="2026-04-16T16:31:58.254" v="3" actId="1076"/>
      <pc:docMkLst>
        <pc:docMk/>
      </pc:docMkLst>
      <pc:sldChg chg="modSp mod">
        <pc:chgData name="Rudy Rose" userId="32928cb66e19dc98" providerId="LiveId" clId="{D8307C7F-3AF3-4EA7-A985-ED5BC292E424}" dt="2026-04-16T16:30:46.759" v="0" actId="255"/>
        <pc:sldMkLst>
          <pc:docMk/>
          <pc:sldMk cId="0" sldId="258"/>
        </pc:sldMkLst>
        <pc:spChg chg="mod">
          <ac:chgData name="Rudy Rose" userId="32928cb66e19dc98" providerId="LiveId" clId="{D8307C7F-3AF3-4EA7-A985-ED5BC292E424}" dt="2026-04-16T16:30:46.759" v="0" actId="255"/>
          <ac:spMkLst>
            <pc:docMk/>
            <pc:sldMk cId="0" sldId="258"/>
            <ac:spMk id="5" creationId="{00000000-0000-0000-0000-000000000000}"/>
          </ac:spMkLst>
        </pc:spChg>
        <pc:spChg chg="mod">
          <ac:chgData name="Rudy Rose" userId="32928cb66e19dc98" providerId="LiveId" clId="{D8307C7F-3AF3-4EA7-A985-ED5BC292E424}" dt="2026-04-16T16:30:46.759" v="0" actId="255"/>
          <ac:spMkLst>
            <pc:docMk/>
            <pc:sldMk cId="0" sldId="258"/>
            <ac:spMk id="6" creationId="{00000000-0000-0000-0000-000000000000}"/>
          </ac:spMkLst>
        </pc:spChg>
        <pc:spChg chg="mod">
          <ac:chgData name="Rudy Rose" userId="32928cb66e19dc98" providerId="LiveId" clId="{D8307C7F-3AF3-4EA7-A985-ED5BC292E424}" dt="2026-04-16T16:30:46.759" v="0" actId="255"/>
          <ac:spMkLst>
            <pc:docMk/>
            <pc:sldMk cId="0" sldId="258"/>
            <ac:spMk id="7" creationId="{00000000-0000-0000-0000-000000000000}"/>
          </ac:spMkLst>
        </pc:spChg>
        <pc:spChg chg="mod">
          <ac:chgData name="Rudy Rose" userId="32928cb66e19dc98" providerId="LiveId" clId="{D8307C7F-3AF3-4EA7-A985-ED5BC292E424}" dt="2026-04-16T16:30:46.759" v="0" actId="255"/>
          <ac:spMkLst>
            <pc:docMk/>
            <pc:sldMk cId="0" sldId="258"/>
            <ac:spMk id="8" creationId="{00000000-0000-0000-0000-000000000000}"/>
          </ac:spMkLst>
        </pc:spChg>
        <pc:spChg chg="mod">
          <ac:chgData name="Rudy Rose" userId="32928cb66e19dc98" providerId="LiveId" clId="{D8307C7F-3AF3-4EA7-A985-ED5BC292E424}" dt="2026-04-16T16:30:46.759" v="0" actId="255"/>
          <ac:spMkLst>
            <pc:docMk/>
            <pc:sldMk cId="0" sldId="258"/>
            <ac:spMk id="9" creationId="{00000000-0000-0000-0000-000000000000}"/>
          </ac:spMkLst>
        </pc:spChg>
      </pc:sldChg>
      <pc:sldChg chg="modSp mod">
        <pc:chgData name="Rudy Rose" userId="32928cb66e19dc98" providerId="LiveId" clId="{D8307C7F-3AF3-4EA7-A985-ED5BC292E424}" dt="2026-04-16T16:31:13.005" v="1" actId="255"/>
        <pc:sldMkLst>
          <pc:docMk/>
          <pc:sldMk cId="0" sldId="259"/>
        </pc:sldMkLst>
        <pc:spChg chg="mod">
          <ac:chgData name="Rudy Rose" userId="32928cb66e19dc98" providerId="LiveId" clId="{D8307C7F-3AF3-4EA7-A985-ED5BC292E424}" dt="2026-04-16T16:31:13.005" v="1" actId="255"/>
          <ac:spMkLst>
            <pc:docMk/>
            <pc:sldMk cId="0" sldId="259"/>
            <ac:spMk id="5" creationId="{00000000-0000-0000-0000-000000000000}"/>
          </ac:spMkLst>
        </pc:spChg>
        <pc:spChg chg="mod">
          <ac:chgData name="Rudy Rose" userId="32928cb66e19dc98" providerId="LiveId" clId="{D8307C7F-3AF3-4EA7-A985-ED5BC292E424}" dt="2026-04-16T16:31:13.005" v="1" actId="255"/>
          <ac:spMkLst>
            <pc:docMk/>
            <pc:sldMk cId="0" sldId="259"/>
            <ac:spMk id="6" creationId="{00000000-0000-0000-0000-000000000000}"/>
          </ac:spMkLst>
        </pc:spChg>
        <pc:spChg chg="mod">
          <ac:chgData name="Rudy Rose" userId="32928cb66e19dc98" providerId="LiveId" clId="{D8307C7F-3AF3-4EA7-A985-ED5BC292E424}" dt="2026-04-16T16:31:13.005" v="1" actId="255"/>
          <ac:spMkLst>
            <pc:docMk/>
            <pc:sldMk cId="0" sldId="259"/>
            <ac:spMk id="7" creationId="{00000000-0000-0000-0000-000000000000}"/>
          </ac:spMkLst>
        </pc:spChg>
        <pc:spChg chg="mod">
          <ac:chgData name="Rudy Rose" userId="32928cb66e19dc98" providerId="LiveId" clId="{D8307C7F-3AF3-4EA7-A985-ED5BC292E424}" dt="2026-04-16T16:31:13.005" v="1" actId="255"/>
          <ac:spMkLst>
            <pc:docMk/>
            <pc:sldMk cId="0" sldId="259"/>
            <ac:spMk id="8" creationId="{00000000-0000-0000-0000-000000000000}"/>
          </ac:spMkLst>
        </pc:spChg>
        <pc:spChg chg="mod">
          <ac:chgData name="Rudy Rose" userId="32928cb66e19dc98" providerId="LiveId" clId="{D8307C7F-3AF3-4EA7-A985-ED5BC292E424}" dt="2026-04-16T16:31:13.005" v="1" actId="255"/>
          <ac:spMkLst>
            <pc:docMk/>
            <pc:sldMk cId="0" sldId="259"/>
            <ac:spMk id="9" creationId="{00000000-0000-0000-0000-000000000000}"/>
          </ac:spMkLst>
        </pc:spChg>
        <pc:spChg chg="mod">
          <ac:chgData name="Rudy Rose" userId="32928cb66e19dc98" providerId="LiveId" clId="{D8307C7F-3AF3-4EA7-A985-ED5BC292E424}" dt="2026-04-16T16:31:13.005" v="1" actId="255"/>
          <ac:spMkLst>
            <pc:docMk/>
            <pc:sldMk cId="0" sldId="259"/>
            <ac:spMk id="10" creationId="{00000000-0000-0000-0000-000000000000}"/>
          </ac:spMkLst>
        </pc:spChg>
        <pc:spChg chg="mod">
          <ac:chgData name="Rudy Rose" userId="32928cb66e19dc98" providerId="LiveId" clId="{D8307C7F-3AF3-4EA7-A985-ED5BC292E424}" dt="2026-04-16T16:31:13.005" v="1" actId="255"/>
          <ac:spMkLst>
            <pc:docMk/>
            <pc:sldMk cId="0" sldId="259"/>
            <ac:spMk id="11" creationId="{00000000-0000-0000-0000-000000000000}"/>
          </ac:spMkLst>
        </pc:spChg>
      </pc:sldChg>
      <pc:sldChg chg="modSp mod">
        <pc:chgData name="Rudy Rose" userId="32928cb66e19dc98" providerId="LiveId" clId="{D8307C7F-3AF3-4EA7-A985-ED5BC292E424}" dt="2026-04-16T16:31:58.254" v="3" actId="1076"/>
        <pc:sldMkLst>
          <pc:docMk/>
          <pc:sldMk cId="0" sldId="268"/>
        </pc:sldMkLst>
        <pc:spChg chg="mod">
          <ac:chgData name="Rudy Rose" userId="32928cb66e19dc98" providerId="LiveId" clId="{D8307C7F-3AF3-4EA7-A985-ED5BC292E424}" dt="2026-04-16T16:31:48.593" v="2" actId="255"/>
          <ac:spMkLst>
            <pc:docMk/>
            <pc:sldMk cId="0" sldId="268"/>
            <ac:spMk id="5" creationId="{00000000-0000-0000-0000-000000000000}"/>
          </ac:spMkLst>
        </pc:spChg>
        <pc:spChg chg="mod">
          <ac:chgData name="Rudy Rose" userId="32928cb66e19dc98" providerId="LiveId" clId="{D8307C7F-3AF3-4EA7-A985-ED5BC292E424}" dt="2026-04-16T16:31:48.593" v="2" actId="255"/>
          <ac:spMkLst>
            <pc:docMk/>
            <pc:sldMk cId="0" sldId="268"/>
            <ac:spMk id="6" creationId="{00000000-0000-0000-0000-000000000000}"/>
          </ac:spMkLst>
        </pc:spChg>
        <pc:spChg chg="mod">
          <ac:chgData name="Rudy Rose" userId="32928cb66e19dc98" providerId="LiveId" clId="{D8307C7F-3AF3-4EA7-A985-ED5BC292E424}" dt="2026-04-16T16:31:48.593" v="2" actId="255"/>
          <ac:spMkLst>
            <pc:docMk/>
            <pc:sldMk cId="0" sldId="268"/>
            <ac:spMk id="7" creationId="{00000000-0000-0000-0000-000000000000}"/>
          </ac:spMkLst>
        </pc:spChg>
        <pc:spChg chg="mod">
          <ac:chgData name="Rudy Rose" userId="32928cb66e19dc98" providerId="LiveId" clId="{D8307C7F-3AF3-4EA7-A985-ED5BC292E424}" dt="2026-04-16T16:31:48.593" v="2" actId="255"/>
          <ac:spMkLst>
            <pc:docMk/>
            <pc:sldMk cId="0" sldId="268"/>
            <ac:spMk id="8" creationId="{00000000-0000-0000-0000-000000000000}"/>
          </ac:spMkLst>
        </pc:spChg>
        <pc:spChg chg="mod">
          <ac:chgData name="Rudy Rose" userId="32928cb66e19dc98" providerId="LiveId" clId="{D8307C7F-3AF3-4EA7-A985-ED5BC292E424}" dt="2026-04-16T16:31:48.593" v="2" actId="255"/>
          <ac:spMkLst>
            <pc:docMk/>
            <pc:sldMk cId="0" sldId="268"/>
            <ac:spMk id="9" creationId="{00000000-0000-0000-0000-000000000000}"/>
          </ac:spMkLst>
        </pc:spChg>
        <pc:spChg chg="mod">
          <ac:chgData name="Rudy Rose" userId="32928cb66e19dc98" providerId="LiveId" clId="{D8307C7F-3AF3-4EA7-A985-ED5BC292E424}" dt="2026-04-16T16:31:48.593" v="2" actId="255"/>
          <ac:spMkLst>
            <pc:docMk/>
            <pc:sldMk cId="0" sldId="268"/>
            <ac:spMk id="10" creationId="{00000000-0000-0000-0000-000000000000}"/>
          </ac:spMkLst>
        </pc:spChg>
        <pc:spChg chg="mod">
          <ac:chgData name="Rudy Rose" userId="32928cb66e19dc98" providerId="LiveId" clId="{D8307C7F-3AF3-4EA7-A985-ED5BC292E424}" dt="2026-04-16T16:31:58.254" v="3" actId="1076"/>
          <ac:spMkLst>
            <pc:docMk/>
            <pc:sldMk cId="0" sldId="268"/>
            <ac:spMk id="11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206240"/>
            <a:ext cx="9144000" cy="219456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ServiceNow Integration 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DD8FF"/>
                </a:solidFill>
              </a:rPr>
              <a:t>Automated Incident Creation, Lifecycle Management &amp; Live 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663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</a:rPr>
              <a:t>April 2026  |  Pilot Demonstration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Executive Value Up Front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9144000" cy="109728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</a:rPr>
              <a:t>   Direct cost savings through fewer routine calls into the service desk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700784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</a:rPr>
              <a:t>   Service desk capacity shifts to complex, high-value incidents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212848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</a:rPr>
              <a:t>   Faster and more consistent ticket intake lowers operational rework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724912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</a:rPr>
              <a:t>   Improved incident metrics enable better service quality for customers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236976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</a:rPr>
              <a:t>   Single integration pathway supports multiple systems/customers with lower overhead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94360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</a:rPr>
              <a:t>Pilot is already live: automated create/close flow with ML-supported triage and full auditability.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FFFFFF"/>
                </a:solidFill>
              </a:rPr>
              <a:t>The Real Cost Advantage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9144000" cy="109728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8412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1A1A1A"/>
                </a:solidFill>
              </a:rPr>
              <a:t>   This working pilot was built on a laptop  —  no developers, no engineers, no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700784"/>
            <a:ext cx="8412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</a:rPr>
              <a:t>   Zero development budget: no project team, no sprints, no architecture review 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212848"/>
            <a:ext cx="8412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</a:rPr>
              <a:t>   Fully functional prototype including automation, ML triage, and live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724912"/>
            <a:ext cx="8412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</a:rPr>
              <a:t>   A practical, immediate demonstration that ML and AI are usable right now in our projects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236976"/>
            <a:ext cx="8412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</a:rPr>
              <a:t>   Built by one business-focused person with a clear vision and AI-assisted development 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94360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</a:rPr>
              <a:t>This is what AI-assisted development changes: business vision now drives delivery, not the other way around.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Business Need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9144000" cy="109728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8412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1A1A1A"/>
                </a:solidFill>
              </a:rPr>
              <a:t>   IT teams spend significant time manually logging incidents from monitoring alerts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700784"/>
            <a:ext cx="8412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</a:rPr>
              <a:t>   Alerts from external systems (servers, apps, network) require human hand-off to ServiceNow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212848"/>
            <a:ext cx="8412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</a:rPr>
              <a:t>   Delayed incident creation increases mean-time-to-resolve (MTTR) and SLA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724912"/>
            <a:ext cx="8412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</a:rPr>
              <a:t>   Manual entry introduces inconsistency — wrong urgency, missing fields, duplicate tickets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236976"/>
            <a:ext cx="8412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</a:rPr>
              <a:t>   Closing tickets after recovery is often forgotten, polluting active incident queues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749039"/>
            <a:ext cx="8412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</a:rPr>
              <a:t>   This pilot shows how that hand-off can be automated, reliable, and auditable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261104"/>
            <a:ext cx="84124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</a:rPr>
              <a:t>   License efficiency — a single integration account can funnel incidents from multiple systems or customers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94360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</a:rPr>
              <a:t>Target users: IT Ops, NOC teams, and any team managing alert-to-ticket workflows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ML Value — Reducing Manual Effort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9144000" cy="109728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</a:rPr>
              <a:t>   ML reads incoming alert text and predicts urgency before ticket creation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700784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</a:rPr>
              <a:t>   High-confidence predictions auto-fill priority fields with consistent logic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212848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</a:rPr>
              <a:t>   Analysts focus on exceptions instead of triaging every single alert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724912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</a:rPr>
              <a:t>   Fewer manual steps means faster ticket creation and faster response start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236976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</a:rPr>
              <a:t>   Consistent triage reduces rework, escalations, and assignment churn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749039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</a:rPr>
              <a:t>   Outcome: lower operational effort while improving response speed and quality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94360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</a:rPr>
              <a:t>ML is the force multiplier: automate routine triage, reserve humans for judgment calls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Pilot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9144000" cy="109728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</a:rPr>
              <a:t>   Environment : ServiceNow Developer Instance  (sandbox, non-production)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700784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</a:rPr>
              <a:t>   Data        : Synthetic test records only — no regulated or sensitive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212848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</a:rPr>
              <a:t>   Platform    : Python 3.11 running on a local workstation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724912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</a:rPr>
              <a:t>   Transport   : HTTPS calls to ServiceNow REST Table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236976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</a:rPr>
              <a:t>   Users       : Pilot operator only — no end-user access required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How It Works — Data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9144000" cy="109728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28600" y="1371600"/>
            <a:ext cx="1691640" cy="91440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141732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1  Source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74519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Drops a JSON
file with alert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16916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3A5C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103120" y="1371600"/>
            <a:ext cx="1691640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48839" y="141732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2  inbox/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39" y="1874519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Monitored folder
(drop zone)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79" y="16916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3A5C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77639" y="1371600"/>
            <a:ext cx="1691640" cy="914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023359" y="141732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3  watcher.py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59" y="1874519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Validates, routes
create or close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16916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3A5C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2160" y="1371600"/>
            <a:ext cx="1691640" cy="914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97880" y="141732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4  ServiceNow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80" y="1874519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Incident created
or resolved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0" y="3017520"/>
            <a:ext cx="1828800" cy="640080"/>
          </a:xfrm>
          <a:prstGeom prst="rect">
            <a:avLst/>
          </a:prstGeom>
          <a:solidFill>
            <a:srgbClr val="DD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331720" y="306324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B3A5C"/>
                </a:solidFill>
              </a:rPr>
              <a:t>queue.json
Audit log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0" y="3017520"/>
            <a:ext cx="1828800" cy="640080"/>
          </a:xfrm>
          <a:prstGeom prst="rect">
            <a:avLst/>
          </a:prstGeom>
          <a:solidFill>
            <a:srgbClr val="DD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74920" y="306324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B3A5C"/>
                </a:solidFill>
              </a:rPr>
              <a:t>dashboard.py
Browser 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24231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</a:rPr>
              <a:t>↓  logs 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24231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</a:rPr>
              <a:t>↓  reads log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393192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</a:rPr>
              <a:t>Files are moved to processed/  (success)  or  failed/  (validation error)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Key Files — What Each One Does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9144000" cy="109728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</a:rPr>
              <a:t>   create_inbox_record.py    Creates a JSON trigger file and drops it in inbox/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700784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</a:rPr>
              <a:t>   trigger/watcher.py        Monitors inbox/, validates files, calls ServiceNow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212848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</a:rPr>
              <a:t>   Crt_Incident.py           Sends the HTTP POST to the ServiceNow incident 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724912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</a:rPr>
              <a:t>   dashboard.py              Fetches live status from SN and opens a browser page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236976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</a:rPr>
              <a:t>   trigger/queue.json        Local audit log — every action recorded with timestamp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749039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</a:rPr>
              <a:t>   config.json               ServiceNow URL, user, and password (server-side only)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94360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</a:rPr>
              <a:t>Files are named to be self-describing  |  No web server required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Incident Lifecycle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9144000" cy="109728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</a:rPr>
              <a:t>   STEP 1  →  Source system detects an alert and drops a JSON file in inbox/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700784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</a:rPr>
              <a:t>   STEP 2  →  watcher.py picks up the file and validates required fields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212848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</a:rPr>
              <a:t>   STEP 3  →  Valid file triggers a ServiceNow incident  (e.g. INC0010012)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724912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</a:rPr>
              <a:t>   STEP 4  →  File moves to processed/  |  Event logged to queue.json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236976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</a:rPr>
              <a:t>   STEP 5  →  System recovers  →  close file dropped in inbox/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749039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</a:rPr>
              <a:t>   STEP 6  →  watcher.py resolves the incident in ServiceNow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261104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</a:rPr>
              <a:t>   STEP 7  →  dashboard.py shows updated status in the browser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Validation &amp; Error Handling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9144000" cy="109728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</a:rPr>
              <a:t>   Every file is parsed as JSON — malformed files go to failed/ immediately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700784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</a:rPr>
              <a:t>   Required fields checked:  short_description  and  description  (create)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212848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</a:rPr>
              <a:t>   Close action requires:  incident_number  field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724912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</a:rPr>
              <a:t>   All outcomes — success and failure — are written to queue.json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236976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</a:rPr>
              <a:t>   No file is ever lost:  processed/  or  failed/  always receive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94360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</a:rPr>
              <a:t>Pilot principle: be able to explain every outcome from the audit log alone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Security Posture (Pilot vs Production)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9144000" cy="109728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</a:rPr>
              <a:t>   PILOT    Credentials in config.json  —  server-only access, sandbox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700784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</a:rPr>
              <a:t>   PILOT    Admin account used for rapid setup and iteration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212848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</a:rPr>
              <a:t>   PROD     Credentials move to secret store or environment variables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724912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</a:rPr>
              <a:t>   PROD     Dedicated integration account with minimum required permissions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236976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</a:rPr>
              <a:t>   PROD     Outbound network restricted to ServiceNow endpoint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749039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</a:rPr>
              <a:t>   PROD     Audit log retains metadata only  (no sensitive payload content)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94360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</a:rPr>
              <a:t>Known pilot risks are accepted — gated on hardening before any production release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Next Steps  —  The Front 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9144000" cy="109728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</a:rPr>
              <a:t>   Build a natural-language intake interface  —  users describe issues in plain English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700784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</a:rPr>
              <a:t>   AI extracts structured incident fields from free-text  (summary, urgency, category)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212848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</a:rPr>
              <a:t>   Chatbot confirms the draft incident with the user before creating in ServiceNow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724912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</a:rPr>
              <a:t>   If the issue is resolved in-chat, bot closes the incident with full resolution notes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236976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</a:rPr>
              <a:t>   Every interaction creates a complete incident record  —  even if solved immediately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749039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</a:rPr>
              <a:t>   Incident data drives metrics, trends, and continuous service improvement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94360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</a:rPr>
              <a:t>ServiceNow handles reporting and analytics natively  —  the opportunity is the front-end intake experience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9144000" cy="109728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8412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1A1A1A"/>
                </a:solidFill>
              </a:rPr>
              <a:t>   Working integration between a local Python process and ServiceNow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700784"/>
            <a:ext cx="8412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</a:rPr>
              <a:t>   Full incident lifecycle  —  create, monitor, and close  —  via file drop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212848"/>
            <a:ext cx="8412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</a:rPr>
              <a:t>   No web server required  —  runs on any workstation or server with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724912"/>
            <a:ext cx="8412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</a:rPr>
              <a:t>   Audit trail in queue.json  |  Live status in browser via dashboard.py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236976"/>
            <a:ext cx="8412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</a:rPr>
              <a:t>   Designed to be explainable at every step  —  no black boxes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749039"/>
            <a:ext cx="84124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</a:rPr>
              <a:t>   Key proof point: a business-focused person with minimal technical knowledge built this entire working system — no developers required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430381"/>
            <a:ext cx="8412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</a:rPr>
              <a:t>   AI-assisted development means business vision can now drive delivery directly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1123</Words>
  <Application>Microsoft Office PowerPoint</Application>
  <PresentationFormat>Custom</PresentationFormat>
  <Paragraphs>104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Rudy Rose</cp:lastModifiedBy>
  <cp:revision>1</cp:revision>
  <dcterms:created xsi:type="dcterms:W3CDTF">2013-01-27T09:14:16Z</dcterms:created>
  <dcterms:modified xsi:type="dcterms:W3CDTF">2026-04-16T16:31:58Z</dcterms:modified>
  <cp:category/>
</cp:coreProperties>
</file>